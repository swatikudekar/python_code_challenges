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60" b="1"/>
            </a:pPr>
            <a:r>
              <a:t>🚨 Copy-Paste Chaos!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Global, Skill Group, BU and Division values are copied from Cost Center.</a:t>
            </a:r>
          </a:p>
          <a:p>
            <a:r>
              <a:t>• The same fields exist in Expense Line, creating duplicate data.</a:t>
            </a:r>
          </a:p>
          <a:p>
            <a:r>
              <a:t>• Result: Reports don't always tell the true story.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60" b="1"/>
            </a:pPr>
            <a:r>
              <a:t>🕵️ The Mystery of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Profit Center details sometimes appear, sometimes disappear.</a:t>
            </a:r>
          </a:p>
          <a:p>
            <a:r>
              <a:t>• Expense Line fields are not always populated correctly.</a:t>
            </a:r>
          </a:p>
          <a:p>
            <a:r>
              <a:t>• Different sources = different answers in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60" b="1"/>
            </a:pPr>
            <a:r>
              <a:t>🎯 Let's Fix This Once &amp; For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Cost Center as the trusted source.</a:t>
            </a:r>
          </a:p>
          <a:p>
            <a:r>
              <a:t>• Stop using duplicated Expense Line fields.</a:t>
            </a:r>
          </a:p>
          <a:p>
            <a:r>
              <a:t>• Update reports with validated fields and correct values.</a:t>
            </a:r>
          </a:p>
          <a:p>
            <a:r>
              <a:t>• Deliver clean, accurate, and reliable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